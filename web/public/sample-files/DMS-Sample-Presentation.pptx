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>
                <a:latin typeface="Arial"/>
              </a:rPr>
              <a:t>DMS Local Preview Sample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Arial"/>
              </a:rPr>
              <a:t>PPTX-SAMPLE-4729 · Docling and workflow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Arial"/>
              </a:rPr>
              <a:t>What this sample verifies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Arial"/>
              </a:rPr>
              <a:t>PowerPoint upload and local Docling conversion</a:t>
            </a:r>
          </a:p>
          <a:p>
            <a:pPr/>
            <a:r>
              <a:rPr>
                <a:latin typeface="Arial"/>
              </a:rPr>
              <a:t>Formatted Markdown preview in the Document Library</a:t>
            </a:r>
          </a:p>
          <a:p>
            <a:pPr/>
            <a:r>
              <a:rPr>
                <a:latin typeface="Arial"/>
              </a:rPr>
              <a:t>Persistent source retrieval after browser refresh</a:t>
            </a:r>
          </a:p>
          <a:p>
            <a:pPr/>
            <a:r>
              <a:rPr>
                <a:latin typeface="Arial"/>
              </a:rPr>
              <a:t>OCR content search and read-only download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035040"/>
            <a:ext cx="11155680" cy="320040"/>
          </a:xfrm>
          <a:prstGeom prst="rect">
            <a:avLst/>
          </a:prstGeom>
          <a:solidFill>
            <a:srgbClr val="3F8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DMS Local Preview Sample</dc:title>
  <dc:subject>PowerPoint parsing verification</dc:subject>
  <dc:creator>DMS Sample Pack</dc:creator>
  <cp:keywords/>
  <dc:description>generated using python-pptx</dc:description>
  <cp:lastModifiedBy>Steve Canny</cp:lastModifiedBy>
  <cp:revision>1</cp:revision>
  <dcterms:created xsi:type="dcterms:W3CDTF">2026-07-27T08:00:00Z</dcterms:created>
  <dcterms:modified xsi:type="dcterms:W3CDTF">2026-07-27T08:00:00Z</dcterms:modified>
  <cp:category/>
</cp:coreProperties>
</file>